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project, I built an end-to-end machine learning pipeline focused on predicting financial price movement. The goal was not just model accuracy, but demonstrating correct ML workflow, which is a core expectation of the Codecademy AI/ML Engineer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framed the problem as a binary classification task, predicting whether the price would move up or down. I carefully validated the dataset structure and ensured temporal consistency to avoid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During EDA, I observed strong volatility and non-stationary behavior. This confirmed that raw price data alone would not be sufficient and motivated feature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engineered features based on rolling windows and price ratios to capture momentum and trend information. These features helped transform noisy data into more learnable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model provided a benchmark. It showed reasonable performance but also highlighted overfitting risks, reinforcing the need for a structured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implemented a Scikit-learn pipeline to standardize preprocessing and modeling. This approach reduces data leakage and aligns with production-level ML practices.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model produced realistic results. While accuracy was not perfect, performance was stable and credible, which is expected for financial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project reinforced that strong preprocessing and workflow design are often more important than complex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stakeholders, the key takeaway is that reliable ML systems depend on process quality, not inflated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this project demonstrates an end-to-end ML workflow aligned with industry best practices and Codecademy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ML Pipeline for Financial Time Series</a:t>
            </a:r>
          </a:p>
          <a:p>
            <a:r>
              <a:t>AI/ML Engineer Career Path – Codecademy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Definition &amp;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Binary classification problem</a:t>
            </a:r>
          </a:p>
          <a:p>
            <a:r>
              <a:t>Validated time-series data</a:t>
            </a:r>
          </a:p>
          <a:p>
            <a:r>
              <a:t>Target engineered from future price movement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trends and volatility analysis</a:t>
            </a:r>
          </a:p>
          <a:p>
            <a:r>
              <a:t>Non-stationary patterns identified</a:t>
            </a:r>
          </a:p>
          <a:p>
            <a:r>
              <a:t>Raw data is noisy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Rolling averages</a:t>
            </a:r>
          </a:p>
          <a:p>
            <a:r>
              <a:t>Relative price ratios</a:t>
            </a:r>
          </a:p>
          <a:p>
            <a:r>
              <a:t>Momentum-based indicators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Random Forest classifier</a:t>
            </a:r>
          </a:p>
          <a:p>
            <a:r>
              <a:t>Reference performance</a:t>
            </a:r>
          </a:p>
          <a:p>
            <a:r>
              <a:t>Identified overfitting risks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StandardScaler</a:t>
            </a:r>
          </a:p>
          <a:p>
            <a:r>
              <a:t>PCA</a:t>
            </a:r>
          </a:p>
          <a:p>
            <a:r>
              <a:t>Random Forest</a:t>
            </a:r>
          </a:p>
          <a:p>
            <a:r>
              <a:t>Fully automated workflow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Test-set evaluation</a:t>
            </a:r>
          </a:p>
          <a:p>
            <a:r>
              <a:t>Classification metrics</a:t>
            </a:r>
          </a:p>
          <a:p>
            <a:r>
              <a:t>Stable generalization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preparation is critical</a:t>
            </a:r>
          </a:p>
          <a:p>
            <a:r>
              <a:t>Pipelines improve reliability</a:t>
            </a:r>
          </a:p>
          <a:p>
            <a:r>
              <a:t>Feature engineering adds value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Financial prediction is noisy</a:t>
            </a:r>
          </a:p>
          <a:p>
            <a:r>
              <a:t>Process &gt; raw accuracy</a:t>
            </a:r>
          </a:p>
          <a:p>
            <a:r>
              <a:t>Reproducible ML matters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ML workflow completed</a:t>
            </a:r>
          </a:p>
          <a:p>
            <a:r>
              <a:t>Aligned with real-world ML standards</a:t>
            </a:r>
          </a:p>
          <a:p>
            <a:r>
              <a:t>Strong foundation for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